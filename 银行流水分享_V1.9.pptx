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950" b="1" lang="zh-CN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lang="zh-CN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lang="zh-CN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