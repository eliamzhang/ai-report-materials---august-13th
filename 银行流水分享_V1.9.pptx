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lang="zh-CN" sz="750" b="0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"/>
          <p:cNvSpPr txBox="1"/>
          <p:nvPr/>
        </p:nvSpPr>
        <p:spPr>
          <a:xfrm>
            <a:off x="74980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"/>
          <p:cNvSpPr txBox="1"/>
          <p:nvPr/>
        </p:nvSpPr>
        <p:spPr>
          <a:xfrm>
            <a:off x="2450592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"/>
          <p:cNvSpPr txBox="1"/>
          <p:nvPr/>
        </p:nvSpPr>
        <p:spPr>
          <a:xfrm>
            <a:off x="4151376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"/>
          <p:cNvSpPr txBox="1"/>
          <p:nvPr/>
        </p:nvSpPr>
        <p:spPr>
          <a:xfrm>
            <a:off x="74980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8" name="用户-m5"/>
          <p:cNvSpPr txBox="1"/>
          <p:nvPr/>
        </p:nvSpPr>
        <p:spPr>
          <a:xfrm>
            <a:off x="2020824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9" name="用户-m6"/>
          <p:cNvSpPr txBox="1"/>
          <p:nvPr/>
        </p:nvSpPr>
        <p:spPr>
          <a:xfrm>
            <a:off x="3291839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40" name="用户-m7"/>
          <p:cNvSpPr txBox="1"/>
          <p:nvPr/>
        </p:nvSpPr>
        <p:spPr>
          <a:xfrm>
            <a:off x="456285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1" name="Fa-m1"/>
          <p:cNvSpPr txBox="1"/>
          <p:nvPr/>
        </p:nvSpPr>
        <p:spPr>
          <a:xfrm>
            <a:off x="6400800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"/>
          <p:cNvSpPr txBox="1"/>
          <p:nvPr/>
        </p:nvSpPr>
        <p:spPr>
          <a:xfrm>
            <a:off x="8101583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"/>
          <p:cNvSpPr txBox="1"/>
          <p:nvPr/>
        </p:nvSpPr>
        <p:spPr>
          <a:xfrm>
            <a:off x="980236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"/>
          <p:cNvSpPr txBox="1"/>
          <p:nvPr/>
        </p:nvSpPr>
        <p:spPr>
          <a:xfrm>
            <a:off x="6400800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"/>
          <p:cNvSpPr txBox="1"/>
          <p:nvPr/>
        </p:nvSpPr>
        <p:spPr>
          <a:xfrm>
            <a:off x="767181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"/>
          <p:cNvSpPr txBox="1"/>
          <p:nvPr/>
        </p:nvSpPr>
        <p:spPr>
          <a:xfrm>
            <a:off x="8942832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7" name="Fa-m7"/>
          <p:cNvSpPr txBox="1"/>
          <p:nvPr/>
        </p:nvSpPr>
        <p:spPr>
          <a:xfrm>
            <a:off x="1021384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【待补充】</a:t>
            </a:r>
          </a:p>
        </p:txBody>
      </p:sp>
      <p:sp>
        <p:nvSpPr>
          <p:cNvPr id="48" name="s2-bar"/>
          <p:cNvSpPr/>
          <p:nvPr/>
        </p:nvSpPr>
        <p:spPr>
          <a:xfrm>
            <a:off x="393192" y="1115568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2-bar"/>
          <p:cNvSpPr/>
          <p:nvPr/>
        </p:nvSpPr>
        <p:spPr>
          <a:xfrm>
            <a:off x="393192" y="252374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2-bar"/>
          <p:cNvSpPr/>
          <p:nvPr/>
        </p:nvSpPr>
        <p:spPr>
          <a:xfrm>
            <a:off x="393192" y="398678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3001876543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4002233445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650992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650992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724144"/>
            <a:ext cx="40599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950" b="1" lang="zh-CN">
                <a:solidFill>
                  <a:srgbClr val="0A0A0A"/>
                </a:solidFill>
                <a:latin typeface="微软雅黑"/>
                <a:ea typeface="微软雅黑"/>
              </a:rPr>
              <a:t>双方识别高度重合；Finv 在保持 98.5% illion 覆盖的同时，实现更高整体覆盖。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429768" y="448056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lang="zh-CN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sz="900" b="0" lang="zh-CN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560320" y="448056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lang="zh-CN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sz="900" b="0" lang="zh-CN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1241</Words>
  <Application>Microsoft Office PowerPoint</Application>
  <PresentationFormat>宽屏</PresentationFormat>
  <Paragraphs>356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110</cp:revision>
  <dcterms:modified xsi:type="dcterms:W3CDTF">2026-08-10T10:17:31Z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