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15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-c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-c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-c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-c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-c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-c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-c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-c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-c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-c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-c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-c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-c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-c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-c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-c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-c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-c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-c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-c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-c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-c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-c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-c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-c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-c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-c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-c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-c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-c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-c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-c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-c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-c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-c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-c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-c"/>
          <p:cNvSpPr/>
          <p:nvPr/>
        </p:nvSpPr>
        <p:spPr>
          <a:xfrm>
            <a:off x="393192" y="111556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-c"/>
          <p:cNvSpPr/>
          <p:nvPr/>
        </p:nvSpPr>
        <p:spPr>
          <a:xfrm>
            <a:off x="393192" y="252374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-c"/>
          <p:cNvSpPr/>
          <p:nvPr/>
        </p:nvSpPr>
        <p:spPr>
          <a:xfrm>
            <a:off x="393192" y="398678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