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2000" b="1" lang="zh-CN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950" b="1" lang="zh-CN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40000"/>
              </a:lnSpc>
            </a:pPr>
            <a:r>
              <a:rPr sz="1800" b="0" lang="zh-CN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lang="zh-CN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sz="900" b="0" lang="zh-CN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