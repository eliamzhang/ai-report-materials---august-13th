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4206240"/>
            <a:ext cx="4023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200" lang="zh-CN" b="0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572000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572000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700016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937761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5248657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572000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572000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700016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937761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5248657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572000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572000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700016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937761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5248657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样本：1,519 申请 ｜ 1,958,480 笔交易，覆盖不同贷款类型与还款模式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