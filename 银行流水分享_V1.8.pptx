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</a:t>
            </a:r>
            <a:r>
              <a:rPr lang="zh-CN" altLang="zh-CN" dirty="0" sz="1800">
                <a:solidFill>
                  <a:srgbClr val="606060"/>
                </a:solidFill>
                <a:latin typeface="微软雅黑"/>
                <a:ea typeface="微软雅黑"/>
              </a:rPr>
              <a:t>/</a:t>
            </a: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lang="zh-CN">
                <a:solidFill>
                  <a:srgbClr val="606060"/>
                </a:solidFill>
                <a:latin typeface="微软雅黑"/>
                <a:ea typeface="微软雅黑"/>
              </a:rPr>
              <a:t>OOT 样本对比：1,519 申请 ｜ 1,958,480 交易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