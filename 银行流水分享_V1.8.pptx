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还款次数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SACC 贷款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多头借贷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持续还款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还款中断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贷款类型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还款频率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当前状态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扣款失败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/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【待补充】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900" b="1" lang="zh-CN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