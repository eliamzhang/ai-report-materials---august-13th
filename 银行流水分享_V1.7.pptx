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ea typeface="微软雅黑" panose="020B0503020204020204" pitchFamily="34" charset="-122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原始流水 → 单笔交易识别 → 用户</a:t>
            </a:r>
            <a:r>
              <a:rPr lang="en-US" altLang="zh-CN" dirty="0"/>
              <a:t>/</a:t>
            </a:r>
            <a:r>
              <a:rPr lang="zh-CN" altLang="en-US" dirty="0"/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014883"/>
              </p:ext>
            </p:extLst>
          </p:nvPr>
        </p:nvGraphicFramePr>
        <p:xfrm>
          <a:off x="1573182" y="4380696"/>
          <a:ext cx="3127663" cy="2082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090616"/>
              </p:ext>
            </p:extLst>
          </p:nvPr>
        </p:nvGraphicFramePr>
        <p:xfrm>
          <a:off x="7374542" y="4380696"/>
          <a:ext cx="3127663" cy="2082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1003046" y="4888696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用户维度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6803390" y="4888696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单笔借款维度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48182" y="4888696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748526" y="4888696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Oval 63"/>
          <p:cNvSpPr/>
          <p:nvPr/>
        </p:nvSpPr>
        <p:spPr>
          <a:xfrm>
            <a:off x="420623" y="1965961"/>
            <a:ext cx="2148840" cy="2148840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1609343" y="1965961"/>
            <a:ext cx="2148840" cy="2148840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8346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9303" y="2839213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5" y="3131821"/>
            <a:ext cx="9601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" y="1429921"/>
            <a:ext cx="26060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 5,680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202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743" y="1408177"/>
            <a:ext cx="2606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 5,363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8074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1158</Words>
  <Application>Microsoft Office PowerPoint</Application>
  <PresentationFormat>宽屏</PresentationFormat>
  <Paragraphs>358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109</cp:revision>
  <dcterms:modified xsi:type="dcterms:W3CDTF">2026-08-10T05:52:06Z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