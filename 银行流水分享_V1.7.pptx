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80" r:id="rId15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736600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原始银行流水经大模型识别与分类，形成交易明细与用户汇总两级视图，直接回答新增还款能力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52728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557807"/>
              </p:ext>
            </p:extLst>
          </p:nvPr>
        </p:nvGraphicFramePr>
        <p:xfrm>
          <a:off x="202403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752341"/>
              </p:ext>
            </p:extLst>
          </p:nvPr>
        </p:nvGraphicFramePr>
        <p:xfrm>
          <a:off x="774919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453896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7178040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99032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23176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6446520"/>
            <a:ext cx="91988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0" rIns="101600" bIns="0" rtlCol="0" anchor="ctr"/>
          <a:lstStyle/>
          <a:p>
            <a:pPr algn="ctr"/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平均月还款金额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A$428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直接进入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Serviceability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计算，作为新增还款能力评估的核心输入</a:t>
            </a:r>
            <a:endParaRPr sz="9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8" y="6446520"/>
            <a:ext cx="64008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09728" bIns="0" rtlCol="0" anchor="t"/>
          <a:lstStyle/>
          <a:p>
            <a:pPr algn="l"/>
            <a:endParaRPr sz="900" b="1">
              <a:solidFill>
                <a:srgbClr val="0A0A0A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① 监控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② 定位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③ 输出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1153</Words>
  <Application>Microsoft Office PowerPoint</Application>
  <PresentationFormat>宽屏</PresentationFormat>
  <Paragraphs>372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107</cp:revision>
  <dcterms:modified xsi:type="dcterms:W3CDTF">2026-08-10T03:47:07Z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