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1" r:id="rId15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>
                <a:latin typeface="微软雅黑"/>
                <a:ea typeface="微软雅黑"/>
              </a:rPr>
              <a:t>原始流水 → 单笔交易识别 → 用户</a:t>
            </a:r>
            <a:r>
              <a:rPr lang="en-US" altLang="zh-CN" dirty="0">
                <a:latin typeface="微软雅黑"/>
                <a:ea typeface="微软雅黑"/>
              </a:rPr>
              <a:t>/</a:t>
            </a:r>
            <a:r>
              <a:rPr lang="zh-CN" altLang="en-US" dirty="0"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graphicFrame>
        <p:nvGraphicFramePr>
          <p:cNvPr id="23" name="用户-kv"/>
          <p:cNvGraphicFramePr>
            <a:graphicFrameLocks noGrp="1"/>
          </p:cNvGraphicFramePr>
          <p:nvPr/>
        </p:nvGraphicFramePr>
        <p:xfrm>
          <a:off x="749808" y="5193792"/>
          <a:ext cx="5010912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39312"/>
              </a:tblGrid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天借款金额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graphicFrame>
        <p:nvGraphicFramePr>
          <p:cNvPr id="30" name="Fa-kv"/>
          <p:cNvGraphicFramePr>
            <a:graphicFrameLocks noGrp="1"/>
          </p:cNvGraphicFramePr>
          <p:nvPr/>
        </p:nvGraphicFramePr>
        <p:xfrm>
          <a:off x="6400800" y="5193792"/>
          <a:ext cx="5010912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39312"/>
              </a:tblGrid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天已还金额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天还款次数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【待补充】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>
                <a:latin typeface="微软雅黑"/>
                <a:ea typeface="微软雅黑"/>
              </a:rPr>
              <a:t>原始流水 → 单笔交易识别 → 用户</a:t>
            </a:r>
            <a:r>
              <a:rPr lang="en-US" altLang="zh-CN" dirty="0">
                <a:latin typeface="微软雅黑"/>
                <a:ea typeface="微软雅黑"/>
              </a:rPr>
              <a:t>/</a:t>
            </a:r>
            <a:r>
              <a:rPr lang="zh-CN" altLang="en-US" dirty="0"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014883"/>
              </p:ext>
            </p:extLst>
          </p:nvPr>
        </p:nvGraphicFramePr>
        <p:xfrm>
          <a:off x="157318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090616"/>
              </p:ext>
            </p:extLst>
          </p:nvPr>
        </p:nvGraphicFramePr>
        <p:xfrm>
          <a:off x="737454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003046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803390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48182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48526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900" b="1" lang="zh-CN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