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1" r:id="rId15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>
                <a:latin typeface="微软雅黑"/>
                <a:ea typeface="微软雅黑"/>
              </a:rPr>
              <a:t>原始流水 → 单笔交易识别 → 用户</a:t>
            </a:r>
            <a:r>
              <a:rPr lang="en-US" altLang="zh-CN" dirty="0">
                <a:latin typeface="微软雅黑"/>
                <a:ea typeface="微软雅黑"/>
              </a:rPr>
              <a:t>/</a:t>
            </a:r>
            <a:r>
              <a:rPr lang="zh-CN" altLang="en-US" dirty="0"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graphicFrame>
        <p:nvGraphicFramePr>
          <p:cNvPr id="23" name="用户-kv"/>
          <p:cNvGraphicFramePr>
            <a:graphicFrameLocks noGrp="1"/>
          </p:cNvGraphicFramePr>
          <p:nvPr/>
        </p:nvGraphicFramePr>
        <p:xfrm>
          <a:off x="749808" y="5120640"/>
          <a:ext cx="5010912" cy="1024128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371600"/>
                <a:gridCol w="3639312"/>
              </a:tblGrid>
              <a:tr h="128016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E3EB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 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E3EBF4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天借款金额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28016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贷款判断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E3EB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 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E3EBF4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graphicFrame>
        <p:nvGraphicFramePr>
          <p:cNvPr id="30" name="Fa-kv"/>
          <p:cNvGraphicFramePr>
            <a:graphicFrameLocks noGrp="1"/>
          </p:cNvGraphicFramePr>
          <p:nvPr/>
        </p:nvGraphicFramePr>
        <p:xfrm>
          <a:off x="6400800" y="5120640"/>
          <a:ext cx="5010912" cy="1024128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371600"/>
                <a:gridCol w="3639312"/>
              </a:tblGrid>
              <a:tr h="128016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基本信息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E3EB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 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E3EBF4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天已还金额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28016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状态与扣款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E3EB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 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E3EBF4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天还款次数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800" b="1" lang="zh-CN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【待补充】</a:t>
                      </a:r>
                    </a:p>
                  </a:txBody>
                  <a:tcPr marL="18288" marR="18288" marT="0" marB="0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lang="zh-CN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>
                <a:latin typeface="微软雅黑"/>
                <a:ea typeface="微软雅黑"/>
              </a:rPr>
              <a:t>原始流水 → 单笔交易识别 → 用户</a:t>
            </a:r>
            <a:r>
              <a:rPr lang="en-US" altLang="zh-CN" dirty="0">
                <a:latin typeface="微软雅黑"/>
                <a:ea typeface="微软雅黑"/>
              </a:rPr>
              <a:t>/</a:t>
            </a:r>
            <a:r>
              <a:rPr lang="zh-CN" altLang="en-US" dirty="0"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014883"/>
              </p:ext>
            </p:extLst>
          </p:nvPr>
        </p:nvGraphicFramePr>
        <p:xfrm>
          <a:off x="1573182" y="4380696"/>
          <a:ext cx="3127663" cy="2082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090616"/>
              </p:ext>
            </p:extLst>
          </p:nvPr>
        </p:nvGraphicFramePr>
        <p:xfrm>
          <a:off x="7374542" y="4380696"/>
          <a:ext cx="3127663" cy="2082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1003046" y="4888696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6803390" y="4888696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单笔借款维度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48182" y="4888696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748526" y="4888696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/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900" b="1" lang="zh-CN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lang="zh-CN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lang="zh-CN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1158</Words>
  <Application>Microsoft Office PowerPoint</Application>
  <PresentationFormat>宽屏</PresentationFormat>
  <Paragraphs>358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109</cp:revision>
  <dcterms:modified xsi:type="dcterms:W3CDTF">2026-08-10T05:52:06Z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